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A5DF4-E20C-443E-93DA-7ED0EBA80F88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D961D-9A7B-40BC-9BDF-09710DF7D9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66613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758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57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547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5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010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17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165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74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06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362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60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F01AB-3244-4E0C-B08D-71DFF365E40B}" type="datetimeFigureOut">
              <a:rPr lang="fr-FR" smtClean="0"/>
              <a:t>25/07/2018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35A06-7E3D-489F-A777-8CE0C9B170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198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37299"/>
          </a:xfrm>
        </p:spPr>
        <p:txBody>
          <a:bodyPr>
            <a:normAutofit/>
          </a:bodyPr>
          <a:lstStyle/>
          <a:p>
            <a:r>
              <a:rPr lang="fr-FR" sz="3600" dirty="0" smtClean="0"/>
              <a:t>- Tests de corrélation avec </a:t>
            </a:r>
            <a:r>
              <a:rPr lang="fr-FR" sz="3600" b="1" dirty="0" smtClean="0"/>
              <a:t>Importance </a:t>
            </a:r>
            <a:r>
              <a:rPr lang="fr-FR" sz="3600" b="1" dirty="0" err="1" smtClean="0"/>
              <a:t>Sampling</a:t>
            </a:r>
            <a:r>
              <a:rPr lang="fr-FR" sz="3600" b="1" dirty="0" smtClean="0"/>
              <a:t> </a:t>
            </a:r>
            <a:r>
              <a:rPr lang="fr-FR" sz="3600" dirty="0" smtClean="0"/>
              <a:t>en continu, pour </a:t>
            </a:r>
            <a:r>
              <a:rPr lang="fr-FR" sz="3600" b="1" dirty="0" err="1" smtClean="0"/>
              <a:t>theta</a:t>
            </a:r>
            <a:r>
              <a:rPr lang="fr-FR" sz="3600" b="1" dirty="0" smtClean="0"/>
              <a:t> = 0.1</a:t>
            </a:r>
            <a:r>
              <a:rPr lang="fr-FR" sz="3600" dirty="0" smtClean="0"/>
              <a:t>, 31 essais de corrélation variant de 0.15 à 0.3 pour chaque formule de </a:t>
            </a:r>
            <a:r>
              <a:rPr lang="fr-FR" sz="3600" dirty="0" err="1" smtClean="0"/>
              <a:t>resampling</a:t>
            </a:r>
            <a:r>
              <a:rPr lang="fr-FR" sz="3600" dirty="0" smtClean="0"/>
              <a:t> testée</a:t>
            </a:r>
            <a:br>
              <a:rPr lang="fr-FR" sz="3600" dirty="0" smtClean="0"/>
            </a:br>
            <a:r>
              <a:rPr lang="fr-FR" sz="3600" dirty="0" smtClean="0"/>
              <a:t>- Comparaison avec la </a:t>
            </a:r>
            <a:r>
              <a:rPr lang="fr-FR" sz="3600" b="1" dirty="0" smtClean="0"/>
              <a:t>vraie pvaleur et le </a:t>
            </a:r>
            <a:r>
              <a:rPr lang="fr-FR" sz="3600" b="1" dirty="0" err="1" smtClean="0"/>
              <a:t>sampling</a:t>
            </a:r>
            <a:r>
              <a:rPr lang="fr-FR" sz="3600" b="1" dirty="0" smtClean="0"/>
              <a:t> normal 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97777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513" y="1241499"/>
            <a:ext cx="6449553" cy="5165393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091683" y="345232"/>
            <a:ext cx="101423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latin typeface="+mj-lt"/>
              </a:rPr>
              <a:t>Avec </a:t>
            </a:r>
            <a:r>
              <a:rPr lang="fr-FR" sz="3200" i="1" dirty="0" err="1" smtClean="0">
                <a:latin typeface="+mj-lt"/>
              </a:rPr>
              <a:t>exp</a:t>
            </a:r>
            <a:r>
              <a:rPr lang="fr-FR" sz="3200" i="1" dirty="0" smtClean="0">
                <a:latin typeface="+mj-lt"/>
              </a:rPr>
              <a:t>(t*</a:t>
            </a:r>
            <a:r>
              <a:rPr lang="fr-FR" sz="3200" i="1" dirty="0" smtClean="0">
                <a:solidFill>
                  <a:srgbClr val="FF0000"/>
                </a:solidFill>
                <a:latin typeface="+mj-lt"/>
              </a:rPr>
              <a:t>(d1-d2)/(d1+d2)</a:t>
            </a:r>
            <a:r>
              <a:rPr lang="fr-FR" sz="3200" i="1" dirty="0" smtClean="0">
                <a:latin typeface="+mj-lt"/>
              </a:rPr>
              <a:t>*i/n) </a:t>
            </a:r>
            <a:r>
              <a:rPr lang="fr-FR" sz="3200" dirty="0" smtClean="0">
                <a:latin typeface="+mj-lt"/>
              </a:rPr>
              <a:t>pour le </a:t>
            </a:r>
            <a:r>
              <a:rPr lang="fr-FR" sz="3200" dirty="0" err="1" smtClean="0">
                <a:latin typeface="+mj-lt"/>
              </a:rPr>
              <a:t>resampling</a:t>
            </a:r>
            <a:r>
              <a:rPr lang="fr-FR" sz="3200" dirty="0" smtClean="0">
                <a:latin typeface="+mj-lt"/>
              </a:rPr>
              <a:t>: diverge </a:t>
            </a:r>
            <a:r>
              <a:rPr lang="fr-FR" sz="3200" dirty="0" smtClean="0">
                <a:latin typeface="+mj-lt"/>
              </a:rPr>
              <a:t>avant 10</a:t>
            </a:r>
            <a:r>
              <a:rPr lang="fr-FR" sz="3200" dirty="0" smtClean="0">
                <a:latin typeface="+mj-lt"/>
              </a:rPr>
              <a:t>^-4</a:t>
            </a:r>
            <a:endParaRPr lang="fr-FR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7381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 smtClean="0"/>
              <a:t>Avec </a:t>
            </a:r>
            <a:r>
              <a:rPr lang="fr-FR" sz="3600" i="1" dirty="0" err="1" smtClean="0"/>
              <a:t>exp</a:t>
            </a:r>
            <a:r>
              <a:rPr lang="fr-FR" sz="3600" i="1" dirty="0" smtClean="0"/>
              <a:t>(t*</a:t>
            </a:r>
            <a:r>
              <a:rPr lang="fr-FR" sz="3600" i="1" dirty="0" err="1" smtClean="0">
                <a:solidFill>
                  <a:srgbClr val="FF0000"/>
                </a:solidFill>
              </a:rPr>
              <a:t>pow</a:t>
            </a:r>
            <a:r>
              <a:rPr lang="fr-FR" sz="3600" i="1" dirty="0" smtClean="0">
                <a:solidFill>
                  <a:srgbClr val="FF0000"/>
                </a:solidFill>
              </a:rPr>
              <a:t>((d1-d2)/(d1+d2),2)</a:t>
            </a:r>
            <a:r>
              <a:rPr lang="fr-FR" sz="3600" i="1" dirty="0" smtClean="0"/>
              <a:t>*i/n) </a:t>
            </a:r>
            <a:r>
              <a:rPr lang="fr-FR" sz="3600" dirty="0" smtClean="0"/>
              <a:t>pour le </a:t>
            </a:r>
            <a:r>
              <a:rPr lang="fr-FR" sz="3600" dirty="0" err="1" smtClean="0"/>
              <a:t>resampling</a:t>
            </a:r>
            <a:r>
              <a:rPr lang="fr-FR" sz="3600" dirty="0" smtClean="0"/>
              <a:t>: diverge à partir de 10</a:t>
            </a:r>
            <a:r>
              <a:rPr lang="fr-FR" sz="3600" dirty="0" smtClean="0"/>
              <a:t>^-4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769" y="1801004"/>
            <a:ext cx="6837580" cy="5476161"/>
          </a:xfrm>
        </p:spPr>
      </p:pic>
    </p:spTree>
    <p:extLst>
      <p:ext uri="{BB962C8B-B14F-4D97-AF65-F5344CB8AC3E}">
        <p14:creationId xmlns:p14="http://schemas.microsoft.com/office/powerpoint/2010/main" val="112527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Avec </a:t>
            </a:r>
            <a:r>
              <a:rPr lang="fr-FR" sz="3200" i="1" dirty="0" err="1" smtClean="0"/>
              <a:t>exp</a:t>
            </a:r>
            <a:r>
              <a:rPr lang="fr-FR" sz="3200" i="1" dirty="0" smtClean="0"/>
              <a:t>(t*</a:t>
            </a:r>
            <a:r>
              <a:rPr lang="fr-FR" sz="3200" i="1" dirty="0" smtClean="0">
                <a:solidFill>
                  <a:srgbClr val="FF0000"/>
                </a:solidFill>
              </a:rPr>
              <a:t>(-1)*</a:t>
            </a:r>
            <a:r>
              <a:rPr lang="fr-FR" sz="3200" i="1" dirty="0" err="1" smtClean="0">
                <a:solidFill>
                  <a:srgbClr val="FF0000"/>
                </a:solidFill>
              </a:rPr>
              <a:t>pow</a:t>
            </a:r>
            <a:r>
              <a:rPr lang="fr-FR" sz="3200" i="1" dirty="0" smtClean="0">
                <a:solidFill>
                  <a:srgbClr val="FF0000"/>
                </a:solidFill>
              </a:rPr>
              <a:t>((d1-d2)/(d1+d2),2)</a:t>
            </a:r>
            <a:r>
              <a:rPr lang="fr-FR" sz="3200" i="1" dirty="0" smtClean="0"/>
              <a:t>*i/n)</a:t>
            </a:r>
            <a:r>
              <a:rPr lang="fr-FR" sz="3200" dirty="0" smtClean="0"/>
              <a:t> pour le </a:t>
            </a:r>
            <a:r>
              <a:rPr lang="fr-FR" sz="3200" dirty="0" err="1" smtClean="0"/>
              <a:t>resampling</a:t>
            </a:r>
            <a:r>
              <a:rPr lang="fr-FR" sz="3200" dirty="0" smtClean="0"/>
              <a:t>: diverge à partir de 10</a:t>
            </a:r>
            <a:r>
              <a:rPr lang="fr-FR" sz="3200" dirty="0" smtClean="0"/>
              <a:t>^-4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629" y="1825625"/>
            <a:ext cx="6395929" cy="5122446"/>
          </a:xfrm>
        </p:spPr>
      </p:pic>
    </p:spTree>
    <p:extLst>
      <p:ext uri="{BB962C8B-B14F-4D97-AF65-F5344CB8AC3E}">
        <p14:creationId xmlns:p14="http://schemas.microsoft.com/office/powerpoint/2010/main" val="111689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Avec </a:t>
            </a:r>
            <a:r>
              <a:rPr lang="fr-FR" sz="3200" i="1" dirty="0" err="1" smtClean="0"/>
              <a:t>exp</a:t>
            </a:r>
            <a:r>
              <a:rPr lang="fr-FR" sz="3200" i="1" dirty="0" smtClean="0"/>
              <a:t>(t*</a:t>
            </a:r>
            <a:r>
              <a:rPr lang="fr-FR" sz="3200" i="1" dirty="0" smtClean="0">
                <a:solidFill>
                  <a:srgbClr val="FF0000"/>
                </a:solidFill>
              </a:rPr>
              <a:t>(-1)*</a:t>
            </a:r>
            <a:r>
              <a:rPr lang="fr-FR" sz="3200" i="1" dirty="0" err="1" smtClean="0">
                <a:solidFill>
                  <a:srgbClr val="FF0000"/>
                </a:solidFill>
              </a:rPr>
              <a:t>pow</a:t>
            </a:r>
            <a:r>
              <a:rPr lang="fr-FR" sz="3200" i="1" dirty="0" smtClean="0">
                <a:solidFill>
                  <a:srgbClr val="FF0000"/>
                </a:solidFill>
              </a:rPr>
              <a:t>(d1-d2,2)/2</a:t>
            </a:r>
            <a:r>
              <a:rPr lang="fr-FR" sz="3200" i="1" dirty="0" smtClean="0"/>
              <a:t>*i/n) </a:t>
            </a:r>
            <a:r>
              <a:rPr lang="fr-FR" sz="3200" dirty="0" smtClean="0"/>
              <a:t>pour le </a:t>
            </a:r>
            <a:r>
              <a:rPr lang="fr-FR" sz="3200" dirty="0" err="1" smtClean="0"/>
              <a:t>resampling</a:t>
            </a:r>
            <a:r>
              <a:rPr lang="fr-FR" sz="3200" dirty="0" smtClean="0"/>
              <a:t>: diverge à partir de 10^-4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404" y="1690688"/>
            <a:ext cx="6585653" cy="5274394"/>
          </a:xfrm>
        </p:spPr>
      </p:pic>
    </p:spTree>
    <p:extLst>
      <p:ext uri="{BB962C8B-B14F-4D97-AF65-F5344CB8AC3E}">
        <p14:creationId xmlns:p14="http://schemas.microsoft.com/office/powerpoint/2010/main" val="2776723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Avec </a:t>
            </a:r>
            <a:r>
              <a:rPr lang="fr-FR" sz="3200" i="1" dirty="0" err="1" smtClean="0"/>
              <a:t>exp</a:t>
            </a:r>
            <a:r>
              <a:rPr lang="fr-FR" sz="3200" i="1" dirty="0" smtClean="0"/>
              <a:t>(t*</a:t>
            </a:r>
            <a:r>
              <a:rPr lang="fr-FR" sz="3200" i="1" dirty="0" err="1" smtClean="0">
                <a:solidFill>
                  <a:srgbClr val="FF0000"/>
                </a:solidFill>
              </a:rPr>
              <a:t>pow</a:t>
            </a:r>
            <a:r>
              <a:rPr lang="fr-FR" sz="3200" i="1" dirty="0" smtClean="0">
                <a:solidFill>
                  <a:srgbClr val="FF0000"/>
                </a:solidFill>
              </a:rPr>
              <a:t>(d1-d2,2)/2</a:t>
            </a:r>
            <a:r>
              <a:rPr lang="fr-FR" sz="3200" i="1" dirty="0" smtClean="0"/>
              <a:t>*i/n) </a:t>
            </a:r>
            <a:r>
              <a:rPr lang="fr-FR" sz="3200" dirty="0" smtClean="0"/>
              <a:t>pour le </a:t>
            </a:r>
            <a:r>
              <a:rPr lang="fr-FR" sz="3200" dirty="0" err="1" smtClean="0"/>
              <a:t>resampling</a:t>
            </a:r>
            <a:r>
              <a:rPr lang="fr-FR" sz="3200" dirty="0" smtClean="0"/>
              <a:t>: diverge à partir de 10^-5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1" y="1825625"/>
            <a:ext cx="6199987" cy="4965518"/>
          </a:xfrm>
        </p:spPr>
      </p:pic>
    </p:spTree>
    <p:extLst>
      <p:ext uri="{BB962C8B-B14F-4D97-AF65-F5344CB8AC3E}">
        <p14:creationId xmlns:p14="http://schemas.microsoft.com/office/powerpoint/2010/main" val="201791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Avec </a:t>
            </a:r>
            <a:r>
              <a:rPr lang="fr-FR" sz="3200" i="1" dirty="0" err="1" smtClean="0"/>
              <a:t>exp</a:t>
            </a:r>
            <a:r>
              <a:rPr lang="fr-FR" sz="3200" i="1" dirty="0" smtClean="0"/>
              <a:t>(t*</a:t>
            </a:r>
            <a:r>
              <a:rPr lang="fr-FR" sz="3200" i="1" dirty="0" smtClean="0">
                <a:solidFill>
                  <a:srgbClr val="FF0000"/>
                </a:solidFill>
              </a:rPr>
              <a:t>abs(d1-d2)</a:t>
            </a:r>
            <a:r>
              <a:rPr lang="fr-FR" sz="3200" i="1" dirty="0" smtClean="0"/>
              <a:t>*i/n) </a:t>
            </a:r>
            <a:r>
              <a:rPr lang="fr-FR" sz="3200" dirty="0" smtClean="0"/>
              <a:t>pour le </a:t>
            </a:r>
            <a:r>
              <a:rPr lang="fr-FR" sz="3200" dirty="0" err="1" smtClean="0"/>
              <a:t>resampling</a:t>
            </a:r>
            <a:r>
              <a:rPr lang="fr-FR" sz="3200" dirty="0" smtClean="0"/>
              <a:t>: diverge à partir de </a:t>
            </a:r>
            <a:r>
              <a:rPr lang="fr-FR" sz="3200" dirty="0" smtClean="0"/>
              <a:t>10^-5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02" y="1760311"/>
            <a:ext cx="6193767" cy="4960536"/>
          </a:xfrm>
        </p:spPr>
      </p:pic>
    </p:spTree>
    <p:extLst>
      <p:ext uri="{BB962C8B-B14F-4D97-AF65-F5344CB8AC3E}">
        <p14:creationId xmlns:p14="http://schemas.microsoft.com/office/powerpoint/2010/main" val="1812838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Avec </a:t>
            </a:r>
            <a:r>
              <a:rPr lang="fr-FR" sz="3200" i="1" dirty="0" err="1" smtClean="0"/>
              <a:t>exp</a:t>
            </a:r>
            <a:r>
              <a:rPr lang="fr-FR" sz="3200" i="1" dirty="0" smtClean="0"/>
              <a:t>(t*</a:t>
            </a:r>
            <a:r>
              <a:rPr lang="fr-FR" sz="3200" i="1" dirty="0" smtClean="0">
                <a:solidFill>
                  <a:srgbClr val="FF0000"/>
                </a:solidFill>
              </a:rPr>
              <a:t>(-1)*abs(d1-d2)</a:t>
            </a:r>
            <a:r>
              <a:rPr lang="fr-FR" sz="3200" i="1" dirty="0" smtClean="0"/>
              <a:t>*i/n) </a:t>
            </a:r>
            <a:r>
              <a:rPr lang="fr-FR" sz="3200" dirty="0" smtClean="0"/>
              <a:t>pour le </a:t>
            </a:r>
            <a:r>
              <a:rPr lang="fr-FR" sz="3200" dirty="0" err="1" smtClean="0"/>
              <a:t>resampling</a:t>
            </a:r>
            <a:r>
              <a:rPr lang="fr-FR" sz="3200" dirty="0" smtClean="0"/>
              <a:t>: diverge à partir de 10^-4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53" y="1825625"/>
            <a:ext cx="6022705" cy="4823534"/>
          </a:xfrm>
        </p:spPr>
      </p:pic>
    </p:spTree>
    <p:extLst>
      <p:ext uri="{BB962C8B-B14F-4D97-AF65-F5344CB8AC3E}">
        <p14:creationId xmlns:p14="http://schemas.microsoft.com/office/powerpoint/2010/main" val="2787306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Avec </a:t>
            </a:r>
            <a:r>
              <a:rPr lang="fr-FR" sz="3200" i="1" dirty="0" err="1" smtClean="0"/>
              <a:t>exp</a:t>
            </a:r>
            <a:r>
              <a:rPr lang="fr-FR" sz="3200" i="1" dirty="0" smtClean="0"/>
              <a:t>(t*</a:t>
            </a:r>
            <a:r>
              <a:rPr lang="fr-FR" sz="3200" i="1" dirty="0" smtClean="0">
                <a:solidFill>
                  <a:srgbClr val="FF0000"/>
                </a:solidFill>
              </a:rPr>
              <a:t>(-1)*abs(d1-d2)/(d1+d2)</a:t>
            </a:r>
            <a:r>
              <a:rPr lang="fr-FR" sz="3200" i="1" dirty="0" smtClean="0"/>
              <a:t>*i/n) </a:t>
            </a:r>
            <a:r>
              <a:rPr lang="fr-FR" sz="3200" dirty="0" smtClean="0"/>
              <a:t>pour le </a:t>
            </a:r>
            <a:r>
              <a:rPr lang="fr-FR" sz="3200" dirty="0" err="1" smtClean="0"/>
              <a:t>resampling</a:t>
            </a:r>
            <a:r>
              <a:rPr lang="fr-FR" sz="3200" dirty="0" smtClean="0"/>
              <a:t>: diverge à partir de 10^-4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331" y="1785372"/>
            <a:ext cx="6333726" cy="5072628"/>
          </a:xfrm>
        </p:spPr>
      </p:pic>
    </p:spTree>
    <p:extLst>
      <p:ext uri="{BB962C8B-B14F-4D97-AF65-F5344CB8AC3E}">
        <p14:creationId xmlns:p14="http://schemas.microsoft.com/office/powerpoint/2010/main" val="317000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Avec </a:t>
            </a:r>
            <a:r>
              <a:rPr lang="fr-FR" sz="3200" i="1" dirty="0" err="1" smtClean="0"/>
              <a:t>exp</a:t>
            </a:r>
            <a:r>
              <a:rPr lang="fr-FR" sz="3200" i="1" dirty="0" smtClean="0"/>
              <a:t>(t*</a:t>
            </a:r>
            <a:r>
              <a:rPr lang="fr-FR" sz="3200" i="1" dirty="0" smtClean="0">
                <a:solidFill>
                  <a:srgbClr val="FF0000"/>
                </a:solidFill>
              </a:rPr>
              <a:t>abs(d1-d2)/(d1+d2)</a:t>
            </a:r>
            <a:r>
              <a:rPr lang="fr-FR" sz="3200" i="1" dirty="0" smtClean="0"/>
              <a:t>*i/n) </a:t>
            </a:r>
            <a:r>
              <a:rPr lang="fr-FR" sz="3200" dirty="0" smtClean="0"/>
              <a:t>pour le </a:t>
            </a:r>
            <a:r>
              <a:rPr lang="fr-FR" sz="3200" dirty="0" err="1" smtClean="0"/>
              <a:t>resampling</a:t>
            </a:r>
            <a:r>
              <a:rPr lang="fr-FR" sz="3200" dirty="0" smtClean="0"/>
              <a:t>: diverge à partir de 10</a:t>
            </a:r>
            <a:r>
              <a:rPr lang="fr-FR" sz="3200" dirty="0" smtClean="0"/>
              <a:t>^-4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3132" y="1690688"/>
            <a:ext cx="6305735" cy="5050210"/>
          </a:xfrm>
        </p:spPr>
      </p:pic>
    </p:spTree>
    <p:extLst>
      <p:ext uri="{BB962C8B-B14F-4D97-AF65-F5344CB8AC3E}">
        <p14:creationId xmlns:p14="http://schemas.microsoft.com/office/powerpoint/2010/main" val="283155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 des tests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Pour tous les essais, divergence pour des pvaleurs inférieurs à 10^-4 ou 10^-5</a:t>
            </a:r>
          </a:p>
          <a:p>
            <a:r>
              <a:rPr lang="fr-FR" dirty="0" smtClean="0"/>
              <a:t>Les deux meilleurs essais (divergence à 10^-5) sont ceux avec les formules de </a:t>
            </a:r>
            <a:r>
              <a:rPr lang="fr-FR" dirty="0" err="1" smtClean="0"/>
              <a:t>resampling</a:t>
            </a:r>
            <a:r>
              <a:rPr lang="fr-FR" dirty="0" smtClean="0"/>
              <a:t> suivantes :</a:t>
            </a:r>
          </a:p>
          <a:p>
            <a:pPr lvl="1"/>
            <a:r>
              <a:rPr lang="fr-FR" i="1" dirty="0" smtClean="0"/>
              <a:t>p(i) = A*</a:t>
            </a:r>
            <a:r>
              <a:rPr lang="fr-FR" i="1" dirty="0" err="1" smtClean="0"/>
              <a:t>exp</a:t>
            </a:r>
            <a:r>
              <a:rPr lang="fr-FR" i="1" dirty="0" smtClean="0"/>
              <a:t>(t*</a:t>
            </a:r>
            <a:r>
              <a:rPr lang="fr-FR" i="1" dirty="0" smtClean="0">
                <a:solidFill>
                  <a:srgbClr val="FF0000"/>
                </a:solidFill>
              </a:rPr>
              <a:t>abs(d1-d2</a:t>
            </a:r>
            <a:r>
              <a:rPr lang="fr-FR" i="1" dirty="0">
                <a:solidFill>
                  <a:srgbClr val="FF0000"/>
                </a:solidFill>
              </a:rPr>
              <a:t>)</a:t>
            </a:r>
            <a:r>
              <a:rPr lang="fr-FR" i="1" dirty="0"/>
              <a:t>*i/n</a:t>
            </a:r>
            <a:r>
              <a:rPr lang="fr-FR" i="1" dirty="0" smtClean="0"/>
              <a:t>)</a:t>
            </a:r>
          </a:p>
          <a:p>
            <a:pPr lvl="1"/>
            <a:r>
              <a:rPr lang="fr-FR" i="1" dirty="0" smtClean="0"/>
              <a:t>p(i) = A*</a:t>
            </a:r>
            <a:r>
              <a:rPr lang="fr-FR" i="1" dirty="0" err="1" smtClean="0"/>
              <a:t>exp</a:t>
            </a:r>
            <a:r>
              <a:rPr lang="fr-FR" i="1" dirty="0" smtClean="0"/>
              <a:t>(t*</a:t>
            </a:r>
            <a:r>
              <a:rPr lang="fr-FR" i="1" dirty="0" err="1" smtClean="0">
                <a:solidFill>
                  <a:srgbClr val="FF0000"/>
                </a:solidFill>
              </a:rPr>
              <a:t>pow</a:t>
            </a:r>
            <a:r>
              <a:rPr lang="fr-FR" i="1" dirty="0" smtClean="0">
                <a:solidFill>
                  <a:srgbClr val="FF0000"/>
                </a:solidFill>
              </a:rPr>
              <a:t>(d1-d2,2</a:t>
            </a:r>
            <a:r>
              <a:rPr lang="fr-FR" i="1" dirty="0">
                <a:solidFill>
                  <a:srgbClr val="FF0000"/>
                </a:solidFill>
              </a:rPr>
              <a:t>)/2</a:t>
            </a:r>
            <a:r>
              <a:rPr lang="fr-FR" i="1" dirty="0"/>
              <a:t>*i/n</a:t>
            </a:r>
            <a:r>
              <a:rPr lang="fr-FR" i="1" dirty="0" smtClean="0"/>
              <a:t>)</a:t>
            </a:r>
          </a:p>
          <a:p>
            <a:pPr marL="457200" lvl="1" indent="0">
              <a:buNone/>
            </a:pPr>
            <a:r>
              <a:rPr lang="fr-FR" i="1" dirty="0" smtClean="0"/>
              <a:t>=&gt; Signe positif </a:t>
            </a:r>
            <a:r>
              <a:rPr lang="fr-FR" i="1" smtClean="0"/>
              <a:t>dans l’exponentielle !</a:t>
            </a:r>
            <a:endParaRPr lang="fr-FR" i="1" dirty="0" smtClean="0"/>
          </a:p>
          <a:p>
            <a:pPr lvl="1"/>
            <a:endParaRPr lang="fr-FR" dirty="0" smtClean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80737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269</Words>
  <Application>Microsoft Office PowerPoint</Application>
  <PresentationFormat>Grand écran</PresentationFormat>
  <Paragraphs>16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- Tests de corrélation avec Importance Sampling en continu, pour theta = 0.1, 31 essais de corrélation variant de 0.15 à 0.3 pour chaque formule de resampling testée - Comparaison avec la vraie pvaleur et le sampling normal </vt:lpstr>
      <vt:lpstr>Présentation PowerPoint</vt:lpstr>
      <vt:lpstr>Avec exp(t*pow((d1-d2)/(d1+d2),2)*i/n) pour le resampling: diverge à partir de 10^-4 </vt:lpstr>
      <vt:lpstr>Avec exp(t*(-1)*pow((d1-d2)/(d1+d2),2)*i/n) pour le resampling: diverge à partir de 10^-4</vt:lpstr>
      <vt:lpstr>Avec exp(t*(-1)*pow(d1-d2,2)/2*i/n) pour le resampling: diverge à partir de 10^-4</vt:lpstr>
      <vt:lpstr>Avec exp(t*pow(d1-d2,2)/2*i/n) pour le resampling: diverge à partir de 10^-5</vt:lpstr>
      <vt:lpstr>Avec exp(t*abs(d1-d2)*i/n) pour le resampling: diverge à partir de 10^-5</vt:lpstr>
      <vt:lpstr>Avec exp(t*(-1)*abs(d1-d2)*i/n) pour le resampling: diverge à partir de 10^-4</vt:lpstr>
      <vt:lpstr>Avec exp(t*(-1)*abs(d1-d2)/(d1+d2)*i/n) pour le resampling: diverge à partir de 10^-4</vt:lpstr>
      <vt:lpstr>Avec exp(t*abs(d1-d2)/(d1+d2)*i/n) pour le resampling: diverge à partir de 10^-4</vt:lpstr>
      <vt:lpstr>Conclusion des tests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Marion</dc:creator>
  <cp:lastModifiedBy>Marion</cp:lastModifiedBy>
  <cp:revision>29</cp:revision>
  <cp:lastPrinted>2018-07-25T07:09:49Z</cp:lastPrinted>
  <dcterms:created xsi:type="dcterms:W3CDTF">2018-07-19T07:03:19Z</dcterms:created>
  <dcterms:modified xsi:type="dcterms:W3CDTF">2018-07-25T07:24:17Z</dcterms:modified>
</cp:coreProperties>
</file>